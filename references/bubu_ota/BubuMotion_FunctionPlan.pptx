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5C35A8">
              <a:alpha val="25000"/>
            </a:srgbClr>
          </a:solidFill>
          <a:ln w="12700">
            <a:solidFill>
              <a:srgbClr val="5C35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64592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040"/>
                </a:solidFill>
              </a:rPr>
              <a:t>PRODUCT PLANNING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 Motion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Planning — Full Lifecycle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Pillars  ·  5 Life Stages  ·  Device Ecosystem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Bubu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320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devices · 1 connected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3566160"/>
          </a:xfrm>
          <a:prstGeom prst="rect">
            <a:avLst/>
          </a:prstGeom>
          <a:solidFill>
            <a:srgbClr val="5C35A8"/>
          </a:solidFill>
          <a:ln w="12700">
            <a:solidFill>
              <a:srgbClr val="5C35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325880"/>
            <a:ext cx="914400" cy="914400"/>
          </a:xfrm>
          <a:prstGeom prst="ellipse">
            <a:avLst/>
          </a:prstGeom>
          <a:solidFill>
            <a:srgbClr val="5C35A8">
              <a:alpha val="85000"/>
            </a:srgbClr>
          </a:solidFill>
          <a:ln w="12700">
            <a:solidFill>
              <a:srgbClr val="5C3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 Seed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dashboard companion. Lives in the car. Currently only emotes. Future: BLE connection to Bubu Motion for notifications and reminders on the road.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64008" cy="3566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325880"/>
            <a:ext cx="914400" cy="914400"/>
          </a:xfrm>
          <a:prstGeom prst="ellipse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 Motion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02  ★  This Plan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companion. Touchscreen + speaker + mic. Emotions, needs, full AI. Planned voice recognition for multi-user identification. No moving parts.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143000"/>
            <a:ext cx="64008" cy="356616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325880"/>
            <a:ext cx="914400" cy="914400"/>
          </a:xfrm>
          <a:prstGeom prst="ellipse">
            <a:avLst/>
          </a:prstGeom>
          <a:solidFill>
            <a:srgbClr val="2D9B6F">
              <a:alpha val="85000"/>
            </a:srgbClr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465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 Legend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09067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work companion. Football-sized. Touchscreen + speaker + mic. Recognizes users by voice AND face. On-device reasoning + cloud AI sync.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926080"/>
            <a:ext cx="320040" cy="0"/>
          </a:xfrm>
          <a:prstGeom prst="line">
            <a:avLst/>
          </a:prstGeom>
          <a:noFill/>
          <a:ln w="19050">
            <a:solidFill>
              <a:srgbClr val="8A82A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89320" y="2926080"/>
            <a:ext cx="320040" cy="0"/>
          </a:xfrm>
          <a:prstGeom prst="line">
            <a:avLst/>
          </a:prstGeom>
          <a:noFill/>
          <a:ln w="19050">
            <a:solidFill>
              <a:srgbClr val="8A82A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990088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2AA"/>
                </a:solidFill>
              </a:rPr>
              <a:t>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61888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2AA"/>
                </a:solidFill>
              </a:rPr>
              <a:t>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 Stage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320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cases by 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487168"/>
            <a:ext cx="8412480" cy="73152"/>
          </a:xfrm>
          <a:prstGeom prst="rect">
            <a:avLst/>
          </a:prstGeom>
          <a:solidFill>
            <a:srgbClr val="DDD8F5"/>
          </a:solidFill>
          <a:ln w="12700">
            <a:solidFill>
              <a:srgbClr val="DDD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78992"/>
            <a:ext cx="160934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A29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078992"/>
            <a:ext cx="1609344" cy="32004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789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INFANT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14173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A"/>
                </a:solidFill>
              </a:rPr>
              <a:t>0 – 1 yr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66420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White noise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Sleep aid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Calm sounds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2414016"/>
            <a:ext cx="219456" cy="219456"/>
          </a:xfrm>
          <a:prstGeom prst="ellipse">
            <a:avLst/>
          </a:prstGeom>
          <a:solidFill>
            <a:srgbClr val="A29B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6974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AA"/>
                </a:solidFill>
              </a:rPr>
              <a:t>INFANT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84832" y="1078992"/>
            <a:ext cx="160934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1078992"/>
            <a:ext cx="1609344" cy="320040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0789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TODDLER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84832" y="14173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A"/>
                </a:solidFill>
              </a:rPr>
              <a:t>1 – 4 yrs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76272" y="166420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Simple speech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Sensory play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Caregiver alerts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79776" y="2414016"/>
            <a:ext cx="219456" cy="219456"/>
          </a:xfrm>
          <a:prstGeom prst="ellipse">
            <a:avLst/>
          </a:prstGeom>
          <a:solidFill>
            <a:srgbClr val="74B9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6974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AA"/>
                </a:solidFill>
              </a:rPr>
              <a:t>TODDLER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67328" y="1078992"/>
            <a:ext cx="160934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55E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1078992"/>
            <a:ext cx="1609344" cy="320040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0789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CHILD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67328" y="14173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A"/>
                </a:solidFill>
              </a:rPr>
              <a:t>5 – 12 yrs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58768" y="166420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Play &amp; games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Storytelling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Learning Q&amp;A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62272" y="2414016"/>
            <a:ext cx="219456" cy="219456"/>
          </a:xfrm>
          <a:prstGeom prst="ellipse">
            <a:avLst/>
          </a:prstGeom>
          <a:solidFill>
            <a:srgbClr val="55EF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6974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AA"/>
                </a:solidFill>
              </a:rPr>
              <a:t>CHILD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9824" y="1078992"/>
            <a:ext cx="160934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9824" y="1078992"/>
            <a:ext cx="1609344" cy="3200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10789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TEENAGER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9824" y="14173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A"/>
                </a:solidFill>
              </a:rPr>
              <a:t>13 – 17 yrs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41264" y="166420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Location check-in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Messaging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HW help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2414016"/>
            <a:ext cx="219456" cy="219456"/>
          </a:xfrm>
          <a:prstGeom prst="ellipse">
            <a:avLst/>
          </a:prstGeom>
          <a:solidFill>
            <a:srgbClr val="FDCB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26974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AA"/>
                </a:solidFill>
              </a:rPr>
              <a:t>TEENAGER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32320" y="1078992"/>
            <a:ext cx="160934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0" y="1078992"/>
            <a:ext cx="1609344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107899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ADULT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141732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A"/>
                </a:solidFill>
              </a:rPr>
              <a:t>18+ yrs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23760" y="166420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Work assistant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Bubu Legend sync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Personal AI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27264" y="2414016"/>
            <a:ext cx="219456" cy="219456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26974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AA"/>
                </a:solidFill>
              </a:rPr>
              <a:t>ADULT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AA"/>
                </a:solidFill>
              </a:rPr>
              <a:t>All functions are available at all ages. Life stages define PRIMARY USE CASES — not what is locked or unlocked.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15568" cy="256032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 Pillars of Bubu Motion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maps to one of these pillars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40233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 &amp; Personality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305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The 'pet'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Bubu has moods, needs, reactions. Owners feed it, play with it, bond with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0233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4B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91640"/>
            <a:ext cx="4023360" cy="64008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4B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1305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B9FF"/>
                </a:solidFill>
              </a:rPr>
              <a:t>Voice, touch &amp; interaction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4414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Talks, listens, answers, messages — via voice and touchscreen. All functions available to all users.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40233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5E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83280"/>
            <a:ext cx="4023360" cy="64008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EF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Parental Controls &amp; Safety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EFC4"/>
                </a:solidFill>
              </a:rPr>
              <a:t>Family peace of mind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330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check-in, focus mode, parent alerts, usage dashboard — trust-based, not surveillance.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40233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83280"/>
            <a:ext cx="4023360" cy="64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Ecosystem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</a:rPr>
              <a:t>Bubu Legend sync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1330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and Legend work together as one personal AI ecosystem for work and life.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01 — Emotion &amp; Personality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320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'pet'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Bubu feel alive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Bubu is a Tamagotchi-style companion. Stats (hunger, energy, mood) deplete over time and with no interaction. Owners restore them via touchscreen and voice. Neglect has consequences. Care builds the bond.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50592"/>
            <a:ext cx="1261872" cy="713232"/>
          </a:xfrm>
          <a:prstGeom prst="rect">
            <a:avLst/>
          </a:prstGeom>
          <a:solidFill>
            <a:srgbClr val="FDCB6E">
              <a:alpha val="20000"/>
            </a:srgbClr>
          </a:solidFill>
          <a:ln w="12700">
            <a:solidFill>
              <a:srgbClr val="FDC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50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😊  Happy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2450592"/>
            <a:ext cx="1261872" cy="713232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2450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🍼  Hungry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450592"/>
            <a:ext cx="1261872" cy="713232"/>
          </a:xfrm>
          <a:prstGeom prst="rect">
            <a:avLst/>
          </a:prstGeom>
          <a:solidFill>
            <a:srgbClr val="A29BFE">
              <a:alpha val="20000"/>
            </a:srgbClr>
          </a:solidFill>
          <a:ln w="12700">
            <a:solidFill>
              <a:srgbClr val="A29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2450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😴  Tired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1261872" cy="713232"/>
          </a:xfrm>
          <a:prstGeom prst="rect">
            <a:avLst/>
          </a:prstGeom>
          <a:solidFill>
            <a:srgbClr val="55EFC4">
              <a:alpha val="20000"/>
            </a:srgbClr>
          </a:solidFill>
          <a:ln w="12700">
            <a:solidFill>
              <a:srgbClr val="55E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7355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🎮  Playful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3273552"/>
            <a:ext cx="1261872" cy="713232"/>
          </a:xfrm>
          <a:prstGeom prst="rect">
            <a:avLst/>
          </a:prstGeom>
          <a:solidFill>
            <a:srgbClr val="74B9FF">
              <a:alpha val="20000"/>
            </a:srgbClr>
          </a:solidFill>
          <a:ln w="12700">
            <a:solidFill>
              <a:srgbClr val="74B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37360" y="327355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💙  Lonely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273552"/>
            <a:ext cx="1261872" cy="713232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0" y="327355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⚡  Excited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78992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78992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133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 System (Feed / Rest / Play)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1408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Tamagotchi-style. Stats deplete over time and with no interaction. Owner feeds, rests, and plays with Bubu via touchscreen and voice to restore them.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883664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883664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Touchscreen Interaction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19472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Tap, stroke, poke — Bubu reacts to touch on the screen. Touch is the primary non-voice interaction layer.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688336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688336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 Display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9472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 shows Bubu's current emotional state. Expression changes dynamically based on needs and interactions.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93008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493008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Layer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retains context of past interactions. Bubu remembers names, topics, routines, and preferences.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297680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297680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 Score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19472" y="4626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bond level increases with daily care and interaction, decreases with neglect. Directly affects Bubu's personality and willingness to cooperate.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02 — Communication: Infant &amp; Toddler (0–4 yrs)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INFANT  (0–1 yr)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 Noise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rain, ocean waves, fan hum, heartbeat. Adjustable volume and pattern. Loops automatically.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22576"/>
            <a:ext cx="64008" cy="713232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Breathing Guide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rhythmic light pulse to guide infant breathing pace during sleep.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36392"/>
            <a:ext cx="64008" cy="713232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Caregiver Alert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prolonged crying patterns via microphone. Sends push alert to parent's phone.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50208"/>
            <a:ext cx="64008" cy="713232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Lullaby Library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curated lullabies. Parent can record custom voice lullaby stored locally.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023360" cy="347472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TODDLER  (1–4 yrs)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5087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508760"/>
            <a:ext cx="64008" cy="713232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Speech &amp;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Bubu speaks in short simple sentences. Responds to basic commands: 'Hi Bubu', 'Play song', 'Tell story'.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32257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322576"/>
            <a:ext cx="64008" cy="713232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Storytelling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651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short stories with sound effects. Toddler can choose characters with voice commands.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13639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136392"/>
            <a:ext cx="64008" cy="713232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Play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shapes, animals — Bubu asks and reacts to correct answers with happy sounds.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95020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950208"/>
            <a:ext cx="64008" cy="713232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 Mirror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279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Bubu mimics the toddler's mood to help them identify and name their feelings.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02 — Communication: Child &amp; Teenager (5–17 yrs)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40"/>
                </a:solidFill>
              </a:rPr>
              <a:t>CHILD  (5–12 yrs)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Assistant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homework questions in age-appropriate language. Science, math, geography — no adult complexity.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22576"/>
            <a:ext cx="64008" cy="713232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Play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games, trivia, riddles. Bubu tracks scores and celebrates milestones.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36392"/>
            <a:ext cx="64008" cy="713232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Storytelling Co-Creator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dictates story direction, Bubu builds and narrates the next chapter.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50208"/>
            <a:ext cx="64008" cy="713232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Routine Coach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Reminds child to brush teeth, do homework, eat. Fun voice reminders, not boring alarms.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023360" cy="34747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40"/>
                </a:solidFill>
              </a:rPr>
              <a:t>TEENAGER  (13–17 yrs)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5087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508760"/>
            <a:ext cx="64008" cy="7132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&amp; Study Help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837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Q&amp;A for secondary school subjects. Can explain concepts, quiz the teen, and summarize topics.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32257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322576"/>
            <a:ext cx="64008" cy="7132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Messaging Bridge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651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can send pre-approved messages to parents via Bubu. Parent gets notification through app.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13639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136392"/>
            <a:ext cx="64008" cy="7132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Check-In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announces departure or arrival. Bubu notifies parent. No forced GPS — trust-based model.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95020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950208"/>
            <a:ext cx="64008" cy="713232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 Journal (Private)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279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speaks to Bubu privately. Bubu logs mood trends visible only to the teen, not parents.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02 — Communication: Adult &amp; Professional (18+)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40"/>
                </a:solidFill>
              </a:rPr>
              <a:t>ADULT  (18+ yrs)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Voice Assistant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reminders, timers, calendar notes. Natural language — no rigid command format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0876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synced with Bubu Legend, Bubu Motion acts as the voice interface. Commands spoken to Motion are executed on Legend.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Home Bridge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compatible smart home devices via voice. Lights, temperature, music — without reaching for a phone.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7744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Briefing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752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summary: weather, schedule, messages, to-dos. Delivered in a conversational format, not a robotic readout.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4612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 Companion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talks to Bubu naturally. Bubu engages with context, memory, and personality — not scripted FAQ responses.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46120"/>
            <a:ext cx="64008" cy="7680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Learning Mode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73752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sets a learning goal (language, topic). Bubu builds a daily practice routine and tracks progress.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AA"/>
                </a:solidFill>
              </a:rPr>
              <a:t>When Bubu Motion and Bubu Legend are both present, they function as one unified AI layer across home and work.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67128" cy="256032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PILLAR 03 ·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Parental Controls &amp; Safety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peace of mind — for every 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64008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82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Check-In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21214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Trust-based model. Teen announces arrival / departure via Bubu. Parent receives app notification. No background GPS surveillance.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54480"/>
            <a:ext cx="2743200" cy="64008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1682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Mode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21214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or owner activates Focus Mode — Bubu mutes non-essential functions during meals, study time, or sleep. Soft wind-down, not a hard cutoff.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54480"/>
            <a:ext cx="2743200" cy="64008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1682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Time Limits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21214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sets daily interaction limits per age profile. Bubu gently winds down — not an abrupt cutoff — to avoid tantrums.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82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282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Alert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" y="37216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emergency phrase triggers silent alert to parent's phone with last known location context.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1546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154680"/>
            <a:ext cx="2743200" cy="64008"/>
          </a:xfrm>
          <a:prstGeom prst="rect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3282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86200" y="3282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Filter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01568" y="37216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configure guardrails via the phone app. Bubu applies filters to its cloud AI responses automatically. Adjustable without touching the device.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54680"/>
            <a:ext cx="2743200" cy="14447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154680"/>
            <a:ext cx="2743200" cy="64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282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12280" y="3282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Dashboard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27648" y="372160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view showing Bubu's recent activity summary, mood log, usage time, and any alerts — without invading child's private journal.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04 — Device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0" y="1078992"/>
            <a:ext cx="4023360" cy="420624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10789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☁  CLOUD AI  —  Shared Brain for the Entire Ecosystem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17320" y="1499616"/>
            <a:ext cx="0" cy="502920"/>
          </a:xfrm>
          <a:prstGeom prst="line">
            <a:avLst/>
          </a:prstGeom>
          <a:noFill/>
          <a:ln w="12700">
            <a:solidFill>
              <a:srgbClr val="DDD8F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617720" y="1499616"/>
            <a:ext cx="0" cy="502920"/>
          </a:xfrm>
          <a:prstGeom prst="line">
            <a:avLst/>
          </a:prstGeom>
          <a:noFill/>
          <a:ln w="12700">
            <a:solidFill>
              <a:srgbClr val="DDD8F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818120" y="1499616"/>
            <a:ext cx="0" cy="502920"/>
          </a:xfrm>
          <a:prstGeom prst="line">
            <a:avLst/>
          </a:prstGeom>
          <a:noFill/>
          <a:ln w="12700">
            <a:solidFill>
              <a:srgbClr val="DDD8F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1993392"/>
            <a:ext cx="2103120" cy="2103120"/>
          </a:xfrm>
          <a:prstGeom prst="ellipse">
            <a:avLst/>
          </a:prstGeom>
          <a:solidFill>
            <a:srgbClr val="5C35A8">
              <a:alpha val="82000"/>
            </a:srgbClr>
          </a:solidFill>
          <a:ln w="25400">
            <a:solidFill>
              <a:srgbClr val="5C3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5A8"/>
                </a:solidFill>
              </a:rPr>
              <a:t>Car · BLE (future)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BLE receives text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messages from Motion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993392"/>
            <a:ext cx="2103120" cy="2103120"/>
          </a:xfrm>
          <a:prstGeom prst="ellipse">
            <a:avLst/>
          </a:prstGeom>
          <a:solidFill>
            <a:srgbClr val="F4A261">
              <a:alpha val="82000"/>
            </a:srgbClr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99339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</a:rPr>
              <a:t>Home · Cloud 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03320" y="33101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040"/>
                </a:solidFill>
              </a:rPr>
              <a:t>Offline: all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040"/>
                </a:solidFill>
              </a:rPr>
              <a:t>except AI responses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993392"/>
            <a:ext cx="2103120" cy="2103120"/>
          </a:xfrm>
          <a:prstGeom prst="ellipse">
            <a:avLst/>
          </a:prstGeom>
          <a:solidFill>
            <a:srgbClr val="2D9B6F">
              <a:alpha val="82000"/>
            </a:srgbClr>
          </a:solidFill>
          <a:ln w="25400">
            <a:solidFill>
              <a:srgbClr val="2D9B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99339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9B6F"/>
                </a:solidFill>
              </a:rPr>
              <a:t>Work · Cloud + On-device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03720" y="33101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Voice + face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On-device reasoning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3044952"/>
            <a:ext cx="1133856" cy="0"/>
          </a:xfrm>
          <a:prstGeom prst="line">
            <a:avLst/>
          </a:prstGeom>
          <a:noFill/>
          <a:ln w="19050">
            <a:solidFill>
              <a:srgbClr val="5C35A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514600" y="283464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5A8"/>
                </a:solidFill>
              </a:rPr>
              <a:t>BLE  (future)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3044952"/>
            <a:ext cx="1133856" cy="0"/>
          </a:xfrm>
          <a:prstGeom prst="line">
            <a:avLst/>
          </a:prstGeom>
          <a:noFill/>
          <a:ln w="25400">
            <a:solidFill>
              <a:srgbClr val="2D9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3464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9B6F"/>
                </a:solidFill>
              </a:rPr>
              <a:t>Wi-Fi / Cloud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33088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→ Execution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" y="4480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Motion, Legend executes: emails, docs, search, reminders.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4133088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9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4133088"/>
            <a:ext cx="1965960" cy="64008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Cloud Memory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78608" y="4480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profile. Context flows across all devices seamlessly.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4133088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35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4133088"/>
            <a:ext cx="1965960" cy="64008"/>
          </a:xfrm>
          <a:prstGeom prst="rect">
            <a:avLst/>
          </a:prstGeom>
          <a:solidFill>
            <a:srgbClr val="5C35A8"/>
          </a:solidFill>
          <a:ln w="12700">
            <a:solidFill>
              <a:srgbClr val="5C35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Alert Relay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81728" y="4480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pushes reminders to Seed via BLE. Seed emotes on dashboard.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75120" y="4133088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4B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75120" y="4133088"/>
            <a:ext cx="1965960" cy="64008"/>
          </a:xfrm>
          <a:prstGeom prst="rect">
            <a:avLst/>
          </a:prstGeom>
          <a:solidFill>
            <a:srgbClr val="74B9FF"/>
          </a:solidFill>
          <a:ln w="12700">
            <a:solidFill>
              <a:srgbClr val="74B9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 Relay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84848" y="4480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desktop alerts → Motion reads them aloud at home.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Priority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320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33172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078992"/>
            <a:ext cx="196596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Pillar · Stage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178308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78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1078992"/>
            <a:ext cx="242316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8641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17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White Noise &amp; Sleep Aid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Communication · Infant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527048"/>
            <a:ext cx="1554480" cy="237744"/>
          </a:xfrm>
          <a:prstGeom prst="rect">
            <a:avLst/>
          </a:prstGeom>
          <a:solidFill>
            <a:srgbClr val="D4F7E9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27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B6F"/>
                </a:solidFill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29400" y="1517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Core use case. Parents buy Bubu for this.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860804"/>
            <a:ext cx="8641080" cy="374904"/>
          </a:xfrm>
          <a:prstGeom prst="rect">
            <a:avLst/>
          </a:prstGeom>
          <a:solidFill>
            <a:srgbClr val="F5F3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156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Emotion &amp; Needs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19156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Emotion · 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924812"/>
            <a:ext cx="1554480" cy="237744"/>
          </a:xfrm>
          <a:prstGeom prst="rect">
            <a:avLst/>
          </a:prstGeom>
          <a:solidFill>
            <a:srgbClr val="D4F7E9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248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B6F"/>
                </a:solidFill>
              </a:rPr>
              <a:t>HIGH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19156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Defines the 'pet' identity of Bubu. Must ship early.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258568"/>
            <a:ext cx="8641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13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Care System (Feed / Rest / Play)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Emotion · All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322576"/>
            <a:ext cx="1554480" cy="237744"/>
          </a:xfrm>
          <a:prstGeom prst="rect">
            <a:avLst/>
          </a:prstGeom>
          <a:solidFill>
            <a:srgbClr val="D4F7E9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B6F"/>
                </a:solidFill>
              </a:rPr>
              <a:t>HIGH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9400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Core identity of Bubu. The Tamagotchi layer that creates daily habits and attachment.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656332"/>
            <a:ext cx="8641080" cy="374904"/>
          </a:xfrm>
          <a:prstGeom prst="rect">
            <a:avLst/>
          </a:prstGeom>
          <a:solidFill>
            <a:srgbClr val="F5F3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111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Q&amp;A Assistant (Child)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27111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Communication · Child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720340"/>
            <a:ext cx="1554480" cy="237744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203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71A3"/>
                </a:solidFill>
              </a:rPr>
              <a:t>MED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29400" y="27111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High engagement driver. Differentiates from basic speakers.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054096"/>
            <a:ext cx="8641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08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Parent 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Safety · 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118104"/>
            <a:ext cx="1554480" cy="237744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181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71A3"/>
                </a:solidFill>
              </a:rPr>
              <a:t>MED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940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Needed for household buy-in — parents control the budget.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451860"/>
            <a:ext cx="8641080" cy="374904"/>
          </a:xfrm>
          <a:prstGeom prst="rect">
            <a:avLst/>
          </a:prstGeom>
          <a:solidFill>
            <a:srgbClr val="F5F3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5067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Location Check-In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88920" y="35067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Safety · Teen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3515868"/>
            <a:ext cx="1554480" cy="237744"/>
          </a:xfrm>
          <a:prstGeom prst="rect">
            <a:avLst/>
          </a:prstGeom>
          <a:solidFill>
            <a:srgbClr val="D6EAF8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5158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71A3"/>
                </a:solidFill>
              </a:rPr>
              <a:t>MED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29400" y="35067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Strong teen/parent feature. Trust-based = less friction.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3849624"/>
            <a:ext cx="8641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04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Bubu Legend Sync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88920" y="3904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Ecosystem · Adult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00600" y="3913632"/>
            <a:ext cx="1554480" cy="237744"/>
          </a:xfrm>
          <a:prstGeom prst="rect">
            <a:avLst/>
          </a:prstGeom>
          <a:solidFill>
            <a:srgbClr val="FDDDD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9136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LATER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2940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Requires Legend device to exist. Phase 2 priority.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247388"/>
            <a:ext cx="8641080" cy="374904"/>
          </a:xfrm>
          <a:prstGeom prst="rect">
            <a:avLst/>
          </a:prstGeom>
          <a:solidFill>
            <a:srgbClr val="F5F3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3022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Skill Learning Mode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788920" y="43022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Communication · Adult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4311396"/>
            <a:ext cx="1554480" cy="237744"/>
          </a:xfrm>
          <a:prstGeom prst="rect">
            <a:avLst/>
          </a:prstGeom>
          <a:solidFill>
            <a:srgbClr val="FDDDD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3113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LATER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629400" y="43022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Nice to have. Depends on strong AI model layer.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" y="4645152"/>
            <a:ext cx="86410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8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700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040"/>
                </a:solidFill>
              </a:rPr>
              <a:t>Mood Journal (Teen)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88920" y="4700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040"/>
                </a:solidFill>
              </a:rPr>
              <a:t>Communication · Teen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00600" y="4709160"/>
            <a:ext cx="1554480" cy="237744"/>
          </a:xfrm>
          <a:prstGeom prst="rect">
            <a:avLst/>
          </a:prstGeom>
          <a:solidFill>
            <a:srgbClr val="FDDDD9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4709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LATER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629400" y="4700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040"/>
                </a:solidFill>
              </a:rPr>
              <a:t>Sensitive privacy layer. Needs trust architecture first.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040"/>
                </a:solidFill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Questions &amp; 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— care mechanics, recognition, and UX to define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840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11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?  What does each care action look like on the touchscreen?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03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AA"/>
                </a:solidFill>
              </a:rPr>
              <a:t>Feed = tap + animation? Play = mini-game? Rest = hold? Define the UX.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840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32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?  What are the stat thresholds and consequences?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825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AA"/>
                </a:solidFill>
              </a:rPr>
              <a:t>When hunger hits zero — what happens? Does Bubu go sad, silent, unresponsive?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3840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?  How does voice recognition work on Bubu Motion?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447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AA"/>
                </a:solidFill>
              </a:rPr>
              <a:t>On-device model or cloud? How many voices can it store? What if it fails?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3840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76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?  Does Bubu Motion have a front-facing camera for face ID?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4069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AA"/>
                </a:solidFill>
              </a:rPr>
              <a:t>Legend has facial recognition — does Motion? This changes the hardware spec.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361688"/>
            <a:ext cx="3840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98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?  What does Bubu Seed do when it receives a BLE text message?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690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AA"/>
                </a:solidFill>
              </a:rPr>
              <a:t>Does it read it aloud? Flash an emotion? Vibrate? Define the output layer.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EF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965960"/>
            <a:ext cx="402336" cy="402336"/>
          </a:xfrm>
          <a:prstGeom prst="ellipse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1929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care actions to touchscreen UX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2037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AA"/>
                </a:solidFill>
              </a:rPr>
              <a:t>Define each care gesture, animation, and stat change. Draw the interaction flow.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87752"/>
            <a:ext cx="402336" cy="402336"/>
          </a:xfrm>
          <a:prstGeom prst="ellipse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stat thresholds and consequence states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8254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AA"/>
                </a:solidFill>
              </a:rPr>
              <a:t>Define the scale: full → low → critical → empty. What Bubu does at each stage.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09544"/>
            <a:ext cx="402336" cy="402336"/>
          </a:xfrm>
          <a:prstGeom prst="ellipse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voice recognition for Bubu Motion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4472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AA"/>
                </a:solidFill>
              </a:rPr>
              <a:t>Decide: on-device or cloud? Profile count limit? Enrollment flow in app?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831336"/>
            <a:ext cx="402336" cy="402336"/>
          </a:xfrm>
          <a:prstGeom prst="ellipse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Bubu Motion hardware camera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0690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AA"/>
                </a:solidFill>
              </a:rPr>
              <a:t>Decide if Motion gets a front camera for face ID — locks in hardware BOM.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4453128"/>
            <a:ext cx="402336" cy="402336"/>
          </a:xfrm>
          <a:prstGeom prst="ellipse">
            <a:avLst/>
          </a:prstGeom>
          <a:solidFill>
            <a:srgbClr val="55EFC4"/>
          </a:solidFill>
          <a:ln w="12700">
            <a:solidFill>
              <a:srgbClr val="55E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40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416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Bubu Seed output layer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4690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AA"/>
                </a:solidFill>
              </a:rPr>
              <a:t>Spec what Seed does with a received BLE text: emote, speak, light, or all three.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4572000" cy="4572000"/>
          </a:xfrm>
          <a:prstGeom prst="ellipse">
            <a:avLst/>
          </a:prstGeom>
          <a:solidFill>
            <a:srgbClr val="5C35A8">
              <a:alpha val="20000"/>
            </a:srgbClr>
          </a:solidFill>
          <a:ln w="12700">
            <a:solidFill>
              <a:srgbClr val="5C35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Bubu Motion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76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a device. It is a companion.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AA"/>
                </a:solidFill>
              </a:rPr>
              <a:t>Plan Version 1.0  ·  March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Bubu Motion – Function Planning</dc:title>
  <dc:subject>PptxGenJS Presentation</dc:subject>
  <dc:creator>Jude</dc:creator>
  <cp:lastModifiedBy>Jude</cp:lastModifiedBy>
  <cp:revision>1</cp:revision>
  <dcterms:created xsi:type="dcterms:W3CDTF">2026-03-14T04:44:37Z</dcterms:created>
  <dcterms:modified xsi:type="dcterms:W3CDTF">2026-03-14T04:44:37Z</dcterms:modified>
</cp:coreProperties>
</file>